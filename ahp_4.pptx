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70" r:id="rId3"/>
    <p:sldId id="258" r:id="rId4"/>
    <p:sldId id="272" r:id="rId5"/>
    <p:sldId id="259" r:id="rId6"/>
    <p:sldId id="268" r:id="rId7"/>
    <p:sldId id="261" r:id="rId8"/>
    <p:sldId id="269" r:id="rId9"/>
    <p:sldId id="262" r:id="rId10"/>
    <p:sldId id="271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061589-027F-4A4E-90C5-8EF32E700679}" v="8" dt="2025-03-06T01:04:57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0" autoAdjust="0"/>
    <p:restoredTop sz="94660"/>
  </p:normalViewPr>
  <p:slideViewPr>
    <p:cSldViewPr snapToGrid="0">
      <p:cViewPr varScale="1">
        <p:scale>
          <a:sx n="76" d="100"/>
          <a:sy n="76" d="100"/>
        </p:scale>
        <p:origin x="84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ANAA CHANDARAGI" userId="6b7db8c3acf2fd81" providerId="LiveId" clId="{59061589-027F-4A4E-90C5-8EF32E700679}"/>
    <pc:docChg chg="undo custSel addSld modSld">
      <pc:chgData name="ARCHANAA CHANDARAGI" userId="6b7db8c3acf2fd81" providerId="LiveId" clId="{59061589-027F-4A4E-90C5-8EF32E700679}" dt="2025-03-06T01:04:57.129" v="497" actId="20577"/>
      <pc:docMkLst>
        <pc:docMk/>
      </pc:docMkLst>
      <pc:sldChg chg="modSp mod">
        <pc:chgData name="ARCHANAA CHANDARAGI" userId="6b7db8c3acf2fd81" providerId="LiveId" clId="{59061589-027F-4A4E-90C5-8EF32E700679}" dt="2025-03-06T00:42:35.534" v="0" actId="20577"/>
        <pc:sldMkLst>
          <pc:docMk/>
          <pc:sldMk cId="779529395" sldId="258"/>
        </pc:sldMkLst>
        <pc:spChg chg="mod">
          <ac:chgData name="ARCHANAA CHANDARAGI" userId="6b7db8c3acf2fd81" providerId="LiveId" clId="{59061589-027F-4A4E-90C5-8EF32E700679}" dt="2025-03-06T00:42:35.534" v="0" actId="20577"/>
          <ac:spMkLst>
            <pc:docMk/>
            <pc:sldMk cId="779529395" sldId="258"/>
            <ac:spMk id="3" creationId="{B44EAD7A-2532-15F4-42FF-31DEF1D3414D}"/>
          </ac:spMkLst>
        </pc:spChg>
      </pc:sldChg>
      <pc:sldChg chg="modSp mod">
        <pc:chgData name="ARCHANAA CHANDARAGI" userId="6b7db8c3acf2fd81" providerId="LiveId" clId="{59061589-027F-4A4E-90C5-8EF32E700679}" dt="2025-03-06T00:42:45.095" v="1" actId="20577"/>
        <pc:sldMkLst>
          <pc:docMk/>
          <pc:sldMk cId="2721961937" sldId="259"/>
        </pc:sldMkLst>
        <pc:spChg chg="mod">
          <ac:chgData name="ARCHANAA CHANDARAGI" userId="6b7db8c3acf2fd81" providerId="LiveId" clId="{59061589-027F-4A4E-90C5-8EF32E700679}" dt="2025-03-06T00:42:45.095" v="1" actId="20577"/>
          <ac:spMkLst>
            <pc:docMk/>
            <pc:sldMk cId="2721961937" sldId="259"/>
            <ac:spMk id="3" creationId="{BB74A17E-3D18-3018-9763-D0382A596716}"/>
          </ac:spMkLst>
        </pc:spChg>
      </pc:sldChg>
      <pc:sldChg chg="modSp mod">
        <pc:chgData name="ARCHANAA CHANDARAGI" userId="6b7db8c3acf2fd81" providerId="LiveId" clId="{59061589-027F-4A4E-90C5-8EF32E700679}" dt="2025-03-06T00:46:58.505" v="4" actId="313"/>
        <pc:sldMkLst>
          <pc:docMk/>
          <pc:sldMk cId="422719320" sldId="261"/>
        </pc:sldMkLst>
        <pc:spChg chg="mod">
          <ac:chgData name="ARCHANAA CHANDARAGI" userId="6b7db8c3acf2fd81" providerId="LiveId" clId="{59061589-027F-4A4E-90C5-8EF32E700679}" dt="2025-03-06T00:46:58.505" v="4" actId="313"/>
          <ac:spMkLst>
            <pc:docMk/>
            <pc:sldMk cId="422719320" sldId="261"/>
            <ac:spMk id="3" creationId="{BEC29620-9BAD-A068-7C85-E63BC8ACB332}"/>
          </ac:spMkLst>
        </pc:spChg>
      </pc:sldChg>
      <pc:sldChg chg="modSp mod">
        <pc:chgData name="ARCHANAA CHANDARAGI" userId="6b7db8c3acf2fd81" providerId="LiveId" clId="{59061589-027F-4A4E-90C5-8EF32E700679}" dt="2025-03-06T00:54:32.336" v="86" actId="20577"/>
        <pc:sldMkLst>
          <pc:docMk/>
          <pc:sldMk cId="2867017855" sldId="262"/>
        </pc:sldMkLst>
        <pc:spChg chg="mod">
          <ac:chgData name="ARCHANAA CHANDARAGI" userId="6b7db8c3acf2fd81" providerId="LiveId" clId="{59061589-027F-4A4E-90C5-8EF32E700679}" dt="2025-03-06T00:54:32.336" v="86" actId="20577"/>
          <ac:spMkLst>
            <pc:docMk/>
            <pc:sldMk cId="2867017855" sldId="262"/>
            <ac:spMk id="3" creationId="{F6A446E1-188E-32E4-CFED-06A25AD1601E}"/>
          </ac:spMkLst>
        </pc:spChg>
      </pc:sldChg>
      <pc:sldChg chg="modSp mod">
        <pc:chgData name="ARCHANAA CHANDARAGI" userId="6b7db8c3acf2fd81" providerId="LiveId" clId="{59061589-027F-4A4E-90C5-8EF32E700679}" dt="2025-03-06T00:54:46.302" v="169" actId="27636"/>
        <pc:sldMkLst>
          <pc:docMk/>
          <pc:sldMk cId="341484332" sldId="263"/>
        </pc:sldMkLst>
        <pc:spChg chg="mod">
          <ac:chgData name="ARCHANAA CHANDARAGI" userId="6b7db8c3acf2fd81" providerId="LiveId" clId="{59061589-027F-4A4E-90C5-8EF32E700679}" dt="2025-03-06T00:54:46.302" v="169" actId="27636"/>
          <ac:spMkLst>
            <pc:docMk/>
            <pc:sldMk cId="341484332" sldId="263"/>
            <ac:spMk id="3" creationId="{CF8439DF-CFB6-0EB6-D72B-C559145EF140}"/>
          </ac:spMkLst>
        </pc:spChg>
      </pc:sldChg>
      <pc:sldChg chg="modSp mod">
        <pc:chgData name="ARCHANAA CHANDARAGI" userId="6b7db8c3acf2fd81" providerId="LiveId" clId="{59061589-027F-4A4E-90C5-8EF32E700679}" dt="2025-03-06T00:54:57.390" v="250" actId="20577"/>
        <pc:sldMkLst>
          <pc:docMk/>
          <pc:sldMk cId="1691829727" sldId="264"/>
        </pc:sldMkLst>
        <pc:spChg chg="mod">
          <ac:chgData name="ARCHANAA CHANDARAGI" userId="6b7db8c3acf2fd81" providerId="LiveId" clId="{59061589-027F-4A4E-90C5-8EF32E700679}" dt="2025-03-06T00:54:57.390" v="250" actId="20577"/>
          <ac:spMkLst>
            <pc:docMk/>
            <pc:sldMk cId="1691829727" sldId="264"/>
            <ac:spMk id="3" creationId="{F7D255A8-9F6A-2B40-C0B6-58DB60D37842}"/>
          </ac:spMkLst>
        </pc:spChg>
      </pc:sldChg>
      <pc:sldChg chg="modSp mod">
        <pc:chgData name="ARCHANAA CHANDARAGI" userId="6b7db8c3acf2fd81" providerId="LiveId" clId="{59061589-027F-4A4E-90C5-8EF32E700679}" dt="2025-03-06T00:55:07.208" v="301" actId="20577"/>
        <pc:sldMkLst>
          <pc:docMk/>
          <pc:sldMk cId="2778614757" sldId="265"/>
        </pc:sldMkLst>
        <pc:spChg chg="mod">
          <ac:chgData name="ARCHANAA CHANDARAGI" userId="6b7db8c3acf2fd81" providerId="LiveId" clId="{59061589-027F-4A4E-90C5-8EF32E700679}" dt="2025-03-06T00:55:07.208" v="301" actId="20577"/>
          <ac:spMkLst>
            <pc:docMk/>
            <pc:sldMk cId="2778614757" sldId="265"/>
            <ac:spMk id="3" creationId="{84CBBD22-56F9-8AF3-7FD4-0EDAE705139D}"/>
          </ac:spMkLst>
        </pc:spChg>
      </pc:sldChg>
      <pc:sldChg chg="modSp mod">
        <pc:chgData name="ARCHANAA CHANDARAGI" userId="6b7db8c3acf2fd81" providerId="LiveId" clId="{59061589-027F-4A4E-90C5-8EF32E700679}" dt="2025-03-06T00:55:49.082" v="406" actId="20577"/>
        <pc:sldMkLst>
          <pc:docMk/>
          <pc:sldMk cId="3195687059" sldId="266"/>
        </pc:sldMkLst>
        <pc:spChg chg="mod">
          <ac:chgData name="ARCHANAA CHANDARAGI" userId="6b7db8c3acf2fd81" providerId="LiveId" clId="{59061589-027F-4A4E-90C5-8EF32E700679}" dt="2025-03-06T00:55:49.082" v="406" actId="20577"/>
          <ac:spMkLst>
            <pc:docMk/>
            <pc:sldMk cId="3195687059" sldId="266"/>
            <ac:spMk id="3" creationId="{5D9C9283-5EE3-FDD0-B844-69F70916AF39}"/>
          </ac:spMkLst>
        </pc:spChg>
      </pc:sldChg>
      <pc:sldChg chg="modSp mod">
        <pc:chgData name="ARCHANAA CHANDARAGI" userId="6b7db8c3acf2fd81" providerId="LiveId" clId="{59061589-027F-4A4E-90C5-8EF32E700679}" dt="2025-03-06T01:04:57.129" v="497" actId="20577"/>
        <pc:sldMkLst>
          <pc:docMk/>
          <pc:sldMk cId="90508616" sldId="267"/>
        </pc:sldMkLst>
        <pc:spChg chg="mod">
          <ac:chgData name="ARCHANAA CHANDARAGI" userId="6b7db8c3acf2fd81" providerId="LiveId" clId="{59061589-027F-4A4E-90C5-8EF32E700679}" dt="2025-03-06T01:02:43.276" v="495" actId="20577"/>
          <ac:spMkLst>
            <pc:docMk/>
            <pc:sldMk cId="90508616" sldId="267"/>
            <ac:spMk id="2" creationId="{78873669-DA26-740B-752F-0C3876792CF5}"/>
          </ac:spMkLst>
        </pc:spChg>
        <pc:spChg chg="mod">
          <ac:chgData name="ARCHANAA CHANDARAGI" userId="6b7db8c3acf2fd81" providerId="LiveId" clId="{59061589-027F-4A4E-90C5-8EF32E700679}" dt="2025-03-06T01:04:57.129" v="497" actId="20577"/>
          <ac:spMkLst>
            <pc:docMk/>
            <pc:sldMk cId="90508616" sldId="267"/>
            <ac:spMk id="3" creationId="{92E999D3-76D6-5337-01A3-B8CCB6241538}"/>
          </ac:spMkLst>
        </pc:spChg>
      </pc:sldChg>
      <pc:sldChg chg="addSp delSp modSp new">
        <pc:chgData name="ARCHANAA CHANDARAGI" userId="6b7db8c3acf2fd81" providerId="LiveId" clId="{59061589-027F-4A4E-90C5-8EF32E700679}" dt="2025-03-06T00:54:21.113" v="7" actId="14100"/>
        <pc:sldMkLst>
          <pc:docMk/>
          <pc:sldMk cId="4071420340" sldId="271"/>
        </pc:sldMkLst>
        <pc:spChg chg="del">
          <ac:chgData name="ARCHANAA CHANDARAGI" userId="6b7db8c3acf2fd81" providerId="LiveId" clId="{59061589-027F-4A4E-90C5-8EF32E700679}" dt="2025-03-06T00:54:18.270" v="6"/>
          <ac:spMkLst>
            <pc:docMk/>
            <pc:sldMk cId="4071420340" sldId="271"/>
            <ac:spMk id="3" creationId="{2D7AC856-ECF3-E63C-67E2-9A04CB5B0A18}"/>
          </ac:spMkLst>
        </pc:spChg>
        <pc:picChg chg="add mod">
          <ac:chgData name="ARCHANAA CHANDARAGI" userId="6b7db8c3acf2fd81" providerId="LiveId" clId="{59061589-027F-4A4E-90C5-8EF32E700679}" dt="2025-03-06T00:54:21.113" v="7" actId="14100"/>
          <ac:picMkLst>
            <pc:docMk/>
            <pc:sldMk cId="4071420340" sldId="271"/>
            <ac:picMk id="1026" creationId="{F0C0C37F-AEB5-4B71-9FCA-3215DFEE297E}"/>
          </ac:picMkLst>
        </pc:picChg>
      </pc:sldChg>
      <pc:sldChg chg="addSp delSp modSp new">
        <pc:chgData name="ARCHANAA CHANDARAGI" userId="6b7db8c3acf2fd81" providerId="LiveId" clId="{59061589-027F-4A4E-90C5-8EF32E700679}" dt="2025-03-06T00:56:12.728" v="410" actId="1076"/>
        <pc:sldMkLst>
          <pc:docMk/>
          <pc:sldMk cId="857388107" sldId="272"/>
        </pc:sldMkLst>
        <pc:spChg chg="del">
          <ac:chgData name="ARCHANAA CHANDARAGI" userId="6b7db8c3acf2fd81" providerId="LiveId" clId="{59061589-027F-4A4E-90C5-8EF32E700679}" dt="2025-03-06T00:56:06.259" v="408"/>
          <ac:spMkLst>
            <pc:docMk/>
            <pc:sldMk cId="857388107" sldId="272"/>
            <ac:spMk id="3" creationId="{B1F79950-DB50-3C66-C160-8A6CEA810A71}"/>
          </ac:spMkLst>
        </pc:spChg>
        <pc:picChg chg="add mod">
          <ac:chgData name="ARCHANAA CHANDARAGI" userId="6b7db8c3acf2fd81" providerId="LiveId" clId="{59061589-027F-4A4E-90C5-8EF32E700679}" dt="2025-03-06T00:56:12.728" v="410" actId="1076"/>
          <ac:picMkLst>
            <pc:docMk/>
            <pc:sldMk cId="857388107" sldId="272"/>
            <ac:picMk id="2050" creationId="{B4331B38-4ED5-2362-0DC0-5E409CA075B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006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589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14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716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74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82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48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23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539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8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182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8620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1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415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552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926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213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815E6-23F4-8083-DE36-0B13C6F2F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A8D42-ADC1-3E72-49BA-5DF8C75F1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171FD-99B8-A8EF-7A02-2F3A388C7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312CD-E8E6-0E6B-300C-AC23F77D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42EF9-5074-4805-24F2-FF7E3B8D6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007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9FB93F3-2B84-45D0-BF1E-FB20931122DB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D4CFF74-3D4C-4901-BA09-4DA719F0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29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B7lOKp3ZDQ" TargetMode="External"/><Relationship Id="rId2" Type="http://schemas.openxmlformats.org/officeDocument/2006/relationships/hyperlink" Target="https://www.youtube.com/watch?v=idQb2pB-h2Q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EC81-87FF-CA27-6BCB-B2BFB19BB2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Inter"/>
              </a:rPr>
              <a:t>Autonomous Navigation with SLAM Toolbox and Nav2 in ROS 2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C3368-B796-F228-C8F6-E118AE64A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0" i="0" dirty="0">
                <a:solidFill>
                  <a:schemeClr val="tx1"/>
                </a:solidFill>
                <a:effectLst/>
                <a:latin typeface="Inter"/>
              </a:rPr>
              <a:t>Enabling Robots to Navigate Autonomously</a:t>
            </a:r>
            <a:endParaRPr lang="en-IN" sz="2800" dirty="0">
              <a:solidFill>
                <a:schemeClr val="tx1"/>
              </a:solidFill>
            </a:endParaRP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ROBOTIC SYSTEMS(UE22EC342BC2) : AHP 4</a:t>
            </a:r>
          </a:p>
        </p:txBody>
      </p:sp>
    </p:spTree>
    <p:extLst>
      <p:ext uri="{BB962C8B-B14F-4D97-AF65-F5344CB8AC3E}">
        <p14:creationId xmlns:p14="http://schemas.microsoft.com/office/powerpoint/2010/main" val="463700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8A08-54D9-7231-1722-951C7A860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WhatsApp Video 2025-03-06 at 03.30.56">
            <a:hlinkClick r:id="" action="ppaction://media"/>
            <a:extLst>
              <a:ext uri="{FF2B5EF4-FFF2-40B4-BE49-F238E27FC236}">
                <a16:creationId xmlns:a16="http://schemas.microsoft.com/office/drawing/2014/main" id="{C1C43010-4933-E64B-15DD-CB667B5E8B22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51865" y="618517"/>
            <a:ext cx="9088269" cy="5187456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balanced" dir="t"/>
          </a:scene3d>
          <a:sp3d prstMaterial="softEdge">
            <a:bevelT w="203200" h="101600" prst="cross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2538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935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D27B4-DEA8-8698-4488-25E741074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Inter"/>
              </a:rPr>
              <a:t>What is Autonomous Navigation?</a:t>
            </a:r>
            <a:br>
              <a:rPr lang="en-IN" b="1" i="0" dirty="0">
                <a:effectLst/>
                <a:latin typeface="Inter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EAD7A-2532-15F4-42FF-31DEF1D34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Autonomous navigation allows robots to move from one point to another without human intervention.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Key components: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Perception:</a:t>
            </a:r>
            <a:r>
              <a:rPr lang="en-US" b="0" i="0" dirty="0">
                <a:effectLst/>
                <a:latin typeface="Inter"/>
              </a:rPr>
              <a:t> Sensing the environment (e.g., LiDAR, cameras).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Localization:</a:t>
            </a:r>
            <a:r>
              <a:rPr lang="en-US" b="0" i="0" dirty="0">
                <a:effectLst/>
                <a:latin typeface="Inter"/>
              </a:rPr>
              <a:t> Determining the robot's position in the environment.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Mapping:</a:t>
            </a:r>
            <a:r>
              <a:rPr lang="en-US" b="0" i="0" dirty="0">
                <a:effectLst/>
                <a:latin typeface="Inter"/>
              </a:rPr>
              <a:t> Building a representation of the environment.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Path Planning:</a:t>
            </a:r>
            <a:r>
              <a:rPr lang="en-US" b="0" i="0" dirty="0">
                <a:effectLst/>
                <a:latin typeface="Inter"/>
              </a:rPr>
              <a:t> Calculating a safe and efficient path.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Control:</a:t>
            </a:r>
            <a:r>
              <a:rPr lang="en-US" b="0" i="0" dirty="0">
                <a:effectLst/>
                <a:latin typeface="Inter"/>
              </a:rPr>
              <a:t> Executing the planned path.</a:t>
            </a:r>
            <a:br>
              <a:rPr lang="en-US" b="0" i="0" dirty="0">
                <a:effectLst/>
                <a:latin typeface="Inter"/>
              </a:rPr>
            </a:br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779529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A5D3-7773-E55A-7832-86D47BA63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4331B38-4ED5-2362-0DC0-5E409CA075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601" y="965433"/>
            <a:ext cx="7343966" cy="492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388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A834-0317-FC9B-E6A5-A47242DA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effectLst/>
                <a:latin typeface="Inter"/>
              </a:rPr>
              <a:t>Role of SLAM in Autonomous Navigation</a:t>
            </a:r>
            <a:br>
              <a:rPr lang="en-US" b="1" i="0" dirty="0">
                <a:effectLst/>
                <a:latin typeface="Inter"/>
              </a:rPr>
            </a:br>
            <a:r>
              <a:rPr lang="en-US" sz="2000" b="0" i="0" dirty="0">
                <a:effectLst/>
                <a:latin typeface="Inter"/>
              </a:rPr>
              <a:t>SLAM (Simultaneous Localization and Mapping)</a:t>
            </a:r>
            <a:endParaRPr lang="en-US" sz="2000" b="1" i="0" dirty="0">
              <a:effectLst/>
              <a:latin typeface="Inter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4A17E-3D18-3018-9763-D0382A596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SLAM is the process of building a map of an unknown environment while simultaneously tracking the robot's location within it.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SLAM Toolbox in ROS 2: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Provides tools for 2D SLAM.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Works with sensor data (e.g., LiDAR, odometry) to create maps.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Supports both online (real-time) and offline mapping.</a:t>
            </a:r>
            <a:br>
              <a:rPr lang="en-US" b="0" i="0" dirty="0">
                <a:effectLst/>
                <a:latin typeface="Inter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961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EE65E-6DA0-1903-A105-23F2EE51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38CCD-6CCA-E8B7-52D8-FB6AECC29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52F37BF-61E8-D5A8-8458-636A0F5F0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099" y="1193800"/>
            <a:ext cx="8805333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95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6C49-5CA0-AF50-35E9-7EB2DE2AC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effectLst/>
                <a:latin typeface="Inter"/>
              </a:rPr>
              <a:t>Role of Nav2 in Autonomous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29620-9BAD-A068-7C85-E63BC8ACB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Inter"/>
              </a:rPr>
              <a:t>Nav2 is the ROS 2 navigation stack for autonomous navigation.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Inter"/>
              </a:rPr>
              <a:t>Key features: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Inter"/>
              </a:rPr>
              <a:t>Path Planning:</a:t>
            </a:r>
            <a:r>
              <a:rPr lang="en-IN" b="0" i="0" dirty="0">
                <a:effectLst/>
                <a:latin typeface="Inter"/>
              </a:rPr>
              <a:t> Uses global and local planners to find collision-free paths.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Inter"/>
              </a:rPr>
              <a:t>Obstacle Avoidance:</a:t>
            </a:r>
            <a:r>
              <a:rPr lang="en-IN" b="0" i="0" dirty="0">
                <a:effectLst/>
                <a:latin typeface="Inter"/>
              </a:rPr>
              <a:t> Dynamically avoids obstacles using sensor data.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Inter"/>
              </a:rPr>
              <a:t>Recovery Behaviours:</a:t>
            </a:r>
            <a:r>
              <a:rPr lang="en-IN" b="0" i="0" dirty="0">
                <a:effectLst/>
                <a:latin typeface="Inter"/>
              </a:rPr>
              <a:t> Handles failures (e.g., getting stuck).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Inter"/>
              </a:rPr>
              <a:t>Integration with SLAM:</a:t>
            </a:r>
            <a:r>
              <a:rPr lang="en-IN" b="0" i="0" dirty="0">
                <a:effectLst/>
                <a:latin typeface="Inter"/>
              </a:rPr>
              <a:t> Uses maps generated by SLAM Toolbox for navigation.</a:t>
            </a:r>
            <a:br>
              <a:rPr lang="en-IN" b="0" i="0" dirty="0">
                <a:effectLst/>
                <a:latin typeface="Inter"/>
              </a:rPr>
            </a:br>
            <a:br>
              <a:rPr lang="en-IN" dirty="0"/>
            </a:br>
            <a:endParaRPr lang="en-US" b="1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22719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3B29-2AB3-D8C7-FD82-BF5301135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620C518-0F09-D851-FBA0-9B63F111CE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1232296"/>
            <a:ext cx="7810500" cy="439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340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5D6C-FDD6-0572-44AA-535C76B34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effectLst/>
                <a:latin typeface="Inter"/>
              </a:rPr>
              <a:t>How SLAM Toolbox and Nav2 Work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46E1-188E-32E4-CFED-06A25AD16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Mapping Phase: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SLAM Toolbox creates a map of the environment using sensor data.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Localization Phase: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The robot localizes itself within the map using AMCL (Adaptive Monte Carlo Localization).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Inter"/>
              </a:rPr>
              <a:t>Navigation Phase:</a:t>
            </a:r>
            <a:endParaRPr lang="en-US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Nav2 uses the map and localization data to plan and execute paths.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US" b="0" i="0" dirty="0">
                <a:effectLst/>
                <a:latin typeface="Inter"/>
              </a:rPr>
              <a:t>Combines global planning (long-term path) with local planning (obstacle avoidance).</a:t>
            </a:r>
            <a:br>
              <a:rPr lang="en-US" b="0" i="0" dirty="0">
                <a:effectLst/>
                <a:latin typeface="Inter"/>
              </a:rPr>
            </a:br>
            <a:endParaRPr lang="en-US" b="0" i="0" dirty="0">
              <a:effectLst/>
              <a:latin typeface="Inter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017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FAE61-8AAE-742F-1190-9E1A5727A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C0C37F-AEB5-4B71-9FCA-3215DFEE29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880" y="1015069"/>
            <a:ext cx="9892239" cy="4776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420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4927F-D85E-5169-592B-858A17D26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effectLst/>
                <a:latin typeface="Inter"/>
              </a:rPr>
              <a:t> How Autonomous Navigation Works with These Tools</a:t>
            </a:r>
            <a:br>
              <a:rPr lang="en-US" b="1" i="0" dirty="0">
                <a:effectLst/>
                <a:latin typeface="Inter"/>
              </a:rPr>
            </a:br>
            <a:r>
              <a:rPr lang="en-IN" b="0" i="0" dirty="0">
                <a:effectLst/>
                <a:latin typeface="Inter"/>
              </a:rPr>
              <a:t> </a:t>
            </a:r>
            <a:r>
              <a:rPr lang="en-IN" sz="2000" b="0" i="0" dirty="0">
                <a:effectLst/>
                <a:latin typeface="Inter"/>
              </a:rPr>
              <a:t>Autonomous Navigation Workflow</a:t>
            </a:r>
            <a:endParaRPr lang="en-US" sz="2000" b="1" i="0" dirty="0">
              <a:effectLst/>
              <a:latin typeface="Inter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39DF-CFB6-0EB6-D72B-C559145EF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Inter"/>
              </a:rPr>
              <a:t>Environment Mapping:</a:t>
            </a:r>
            <a:endParaRPr lang="en-IN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IN" b="0" i="0" dirty="0">
                <a:effectLst/>
                <a:latin typeface="Inter"/>
              </a:rPr>
              <a:t>SLAM Toolbox builds a map using LiDAR/odometry data.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Inter"/>
              </a:rPr>
              <a:t>Robot Localization:</a:t>
            </a:r>
            <a:endParaRPr lang="en-IN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IN" b="0" i="0" dirty="0">
                <a:effectLst/>
                <a:latin typeface="Inter"/>
              </a:rPr>
              <a:t>AMCL localizes the robot within the map.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Inter"/>
              </a:rPr>
              <a:t>Path Planning:</a:t>
            </a:r>
            <a:endParaRPr lang="en-IN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IN" b="0" i="0" dirty="0">
                <a:effectLst/>
                <a:latin typeface="Inter"/>
              </a:rPr>
              <a:t>Nav2 calculates a global path to the goal.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Inter"/>
              </a:rPr>
              <a:t>Obstacle Avoidance:</a:t>
            </a:r>
            <a:endParaRPr lang="en-IN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IN" b="0" i="0" dirty="0">
                <a:effectLst/>
                <a:latin typeface="Inter"/>
              </a:rPr>
              <a:t>Nav2 adjusts the path dynamically to avoid obstacles.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IN" b="1" i="0" dirty="0">
                <a:effectLst/>
                <a:latin typeface="Inter"/>
              </a:rPr>
              <a:t>Motion Control:</a:t>
            </a:r>
            <a:endParaRPr lang="en-IN" b="0" i="0" dirty="0"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en-IN" b="0" i="0" dirty="0">
                <a:effectLst/>
                <a:latin typeface="Inter"/>
              </a:rPr>
              <a:t>Nav2 sends velocity commands to the robot's motors.</a:t>
            </a:r>
          </a:p>
        </p:txBody>
      </p:sp>
    </p:spTree>
    <p:extLst>
      <p:ext uri="{BB962C8B-B14F-4D97-AF65-F5344CB8AC3E}">
        <p14:creationId xmlns:p14="http://schemas.microsoft.com/office/powerpoint/2010/main" val="341484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E4B7-B29E-D6DB-4CE1-6170E485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Inter"/>
              </a:rPr>
              <a:t>Benefits of Using SLAM Toolbox and Nav2</a:t>
            </a:r>
            <a:br>
              <a:rPr lang="en-US" b="1" i="0" dirty="0">
                <a:effectLst/>
                <a:latin typeface="Inter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255A8-9F6A-2B40-C0B6-58DB60D37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Open Source:</a:t>
            </a:r>
            <a:r>
              <a:rPr lang="en-US" b="0" i="0" dirty="0">
                <a:effectLst/>
                <a:latin typeface="Inter"/>
              </a:rPr>
              <a:t> Freely available and customizable.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Modular:</a:t>
            </a:r>
            <a:r>
              <a:rPr lang="en-US" b="0" i="0" dirty="0">
                <a:effectLst/>
                <a:latin typeface="Inter"/>
              </a:rPr>
              <a:t> Easy to integrate with other ROS 2 packages.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Scalable:</a:t>
            </a:r>
            <a:r>
              <a:rPr lang="en-US" b="0" i="0" dirty="0">
                <a:effectLst/>
                <a:latin typeface="Inter"/>
              </a:rPr>
              <a:t> Works for small and large environments.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Community Support:</a:t>
            </a:r>
            <a:r>
              <a:rPr lang="en-US" b="0" i="0" dirty="0">
                <a:effectLst/>
                <a:latin typeface="Inter"/>
              </a:rPr>
              <a:t> Active ROS 2 community for troubleshooting and updates.</a:t>
            </a:r>
            <a:br>
              <a:rPr lang="en-US" b="0" i="0" dirty="0">
                <a:effectLst/>
                <a:latin typeface="Inter"/>
              </a:rPr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829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46B5-4D0C-FC01-C9CF-331438321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i="0" dirty="0">
                <a:effectLst/>
                <a:latin typeface="Inter"/>
              </a:rPr>
              <a:t>Applications of Autonomous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BD22-56F9-8AF3-7FD4-0EDAE7051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Inter"/>
              </a:rPr>
              <a:t>Warehouse Robots:</a:t>
            </a:r>
            <a:r>
              <a:rPr lang="en-IN" b="0" i="0" dirty="0">
                <a:effectLst/>
                <a:latin typeface="Inter"/>
              </a:rPr>
              <a:t> Automated material handling.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Inter"/>
              </a:rPr>
              <a:t>Service Robots:</a:t>
            </a:r>
            <a:r>
              <a:rPr lang="en-IN" b="0" i="0" dirty="0">
                <a:effectLst/>
                <a:latin typeface="Inter"/>
              </a:rPr>
              <a:t> Cleaning, delivery, and assistance.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Inter"/>
              </a:rPr>
              <a:t>Autonomous Vehicles:</a:t>
            </a:r>
            <a:r>
              <a:rPr lang="en-IN" b="0" i="0" dirty="0">
                <a:effectLst/>
                <a:latin typeface="Inter"/>
              </a:rPr>
              <a:t> Self-driving cars and drones.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Inter"/>
              </a:rPr>
              <a:t>Exploration Robots:</a:t>
            </a:r>
            <a:r>
              <a:rPr lang="en-IN" b="0" i="0" dirty="0">
                <a:effectLst/>
                <a:latin typeface="Inter"/>
              </a:rPr>
              <a:t> Mapping unknown environments (e.g., Mars rovers).</a:t>
            </a:r>
            <a:br>
              <a:rPr lang="en-IN" b="0" i="0" dirty="0">
                <a:effectLst/>
                <a:latin typeface="Inter"/>
              </a:rPr>
            </a:br>
            <a:endParaRPr lang="en-IN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778614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1D606-7E9C-0F09-E8D7-6F919D87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Inter"/>
              </a:rPr>
              <a:t> Conclusion</a:t>
            </a:r>
            <a:br>
              <a:rPr lang="en-IN" b="1" i="0" dirty="0">
                <a:effectLst/>
                <a:latin typeface="Inter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C9283-5EE3-FDD0-B844-69F70916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SLAM Toolbox and Nav2 are powerful tools for enabling autonomous navigation in ROS 2.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Together, they provide mapping, localization, path planning, and obstacle avoidance capabilities.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These tools are essential for building intelligent, autonomous robots.</a:t>
            </a:r>
            <a:br>
              <a:rPr lang="en-US" b="0" i="0" dirty="0">
                <a:effectLst/>
                <a:latin typeface="Inter"/>
              </a:rPr>
            </a:br>
            <a:endParaRPr lang="en-US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195687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3669-DA26-740B-752F-0C38767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999D3-76D6-5337-01A3-B8CCB6241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u="sng" dirty="0">
                <a:solidFill>
                  <a:srgbClr val="0070C0"/>
                </a:solidFill>
                <a:hlinkClick r:id="rId2"/>
              </a:rPr>
              <a:t>https://www.youtube.com/watch?v=idQb2pB-h2Q</a:t>
            </a:r>
            <a:endParaRPr lang="en-IN" u="sng" dirty="0">
              <a:solidFill>
                <a:srgbClr val="0070C0"/>
              </a:solidFill>
            </a:endParaRPr>
          </a:p>
          <a:p>
            <a:r>
              <a:rPr lang="en-IN" u="sng">
                <a:solidFill>
                  <a:srgbClr val="0070C0"/>
                </a:solidFill>
                <a:hlinkClick r:id="rId3"/>
              </a:rPr>
              <a:t>https://www.youtube.com/watch?v=QB7lOKp3ZDQ</a:t>
            </a:r>
            <a:endParaRPr lang="en-IN" u="sng">
              <a:solidFill>
                <a:srgbClr val="0070C0"/>
              </a:solidFill>
            </a:endParaRPr>
          </a:p>
          <a:p>
            <a:r>
              <a:rPr lang="en-IN" u="sng"/>
              <a:t>Check </a:t>
            </a:r>
            <a:r>
              <a:rPr lang="en-IN" u="sng" dirty="0"/>
              <a:t>out nav2 and </a:t>
            </a:r>
            <a:r>
              <a:rPr lang="en-IN" u="sng" dirty="0" err="1"/>
              <a:t>slamtoolbox</a:t>
            </a:r>
            <a:r>
              <a:rPr lang="en-IN" u="sng" dirty="0"/>
              <a:t> for ros2 documentation </a:t>
            </a:r>
          </a:p>
        </p:txBody>
      </p:sp>
    </p:spTree>
    <p:extLst>
      <p:ext uri="{BB962C8B-B14F-4D97-AF65-F5344CB8AC3E}">
        <p14:creationId xmlns:p14="http://schemas.microsoft.com/office/powerpoint/2010/main" val="9050861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49</TotalTime>
  <Words>564</Words>
  <Application>Microsoft Office PowerPoint</Application>
  <PresentationFormat>Widescreen</PresentationFormat>
  <Paragraphs>61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Inter</vt:lpstr>
      <vt:lpstr>Tw Cen MT</vt:lpstr>
      <vt:lpstr>Droplet</vt:lpstr>
      <vt:lpstr>Autonomous Navigation with SLAM Toolbox and Nav2 in ROS 2</vt:lpstr>
      <vt:lpstr>PowerPoint Presentation</vt:lpstr>
      <vt:lpstr>What is Autonomous Navigation? </vt:lpstr>
      <vt:lpstr>PowerPoint Presentation</vt:lpstr>
      <vt:lpstr>Role of SLAM in Autonomous Navigation SLAM (Simultaneous Localization and Mapping)</vt:lpstr>
      <vt:lpstr>PowerPoint Presentation</vt:lpstr>
      <vt:lpstr>Role of Nav2 in Autonomous Navigation</vt:lpstr>
      <vt:lpstr>PowerPoint Presentation</vt:lpstr>
      <vt:lpstr>How SLAM Toolbox and Nav2 Work Together</vt:lpstr>
      <vt:lpstr>PowerPoint Presentation</vt:lpstr>
      <vt:lpstr> How Autonomous Navigation Works with These Tools  Autonomous Navigation Workflow</vt:lpstr>
      <vt:lpstr>Benefits of Using SLAM Toolbox and Nav2 </vt:lpstr>
      <vt:lpstr>Applications of Autonomous Navigation</vt:lpstr>
      <vt:lpstr> Conclusion 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ARCHANAA CHANDARAGI</dc:creator>
  <cp:lastModifiedBy>ARCHANAA CHANDARAGI</cp:lastModifiedBy>
  <cp:revision>1</cp:revision>
  <dcterms:created xsi:type="dcterms:W3CDTF">2025-03-05T21:42:24Z</dcterms:created>
  <dcterms:modified xsi:type="dcterms:W3CDTF">2025-03-06T01:05:06Z</dcterms:modified>
</cp:coreProperties>
</file>